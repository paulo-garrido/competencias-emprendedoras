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4DAC-14AE-BBAD-D569-1B9FA8BFF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C1023-02F9-3C44-6CC2-4294AEACD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2D64F-5425-A533-3CAF-69C9D29C4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71A05-278B-8550-A2E1-35C040A2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9207F-C84E-DFAD-76CA-24871DA6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5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3866-678B-9B99-B638-575F38E6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3504-6384-5B5D-783A-43A0CBAE2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EA040-460B-56EC-54D7-BE48A642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E1AA2-1075-3C42-8F20-65A3F1E2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4C17-8120-D74A-7925-35A6B845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4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AC74-F8E7-4717-51EC-4FB7C498F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16BE3-2F7B-C8D2-1516-E1D32B05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A7869-8E59-92CE-8580-8067FAB2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DD0A2-F1BB-CC73-7F0E-8C862F6FF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AD554-7D51-AC23-5353-23632605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5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1F17-972B-C9D7-FB67-0F85465F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1B2F-6876-E0C5-45A5-FB12EBA18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30C27-2FFB-5BD2-57C5-7C2A61B82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D3223-4489-F634-0CF8-34ABAEF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5A37C-3E33-FBEE-A0FE-535E8B89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B14B5-991A-A2AD-2FF7-AD4493993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8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4238-0FDA-4022-9C90-6D201821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1D973-5961-889C-2B8E-26BA229D7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598FC-328A-FC3A-1AA1-D97FBD7A6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4585B-87A8-1BC8-EC14-A1804F1D7A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13EE2-8AF5-2FA5-40CF-3E7ECE416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45461F-9187-D21D-B3A3-0BB425BB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A6D82C-AC5D-1808-4F3F-D217F010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6AFB9-988C-A2CE-DA9B-991B3944E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8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4BE9-E029-E372-698D-8D6BF55C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628110-6635-CB61-CF38-45804930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27B29-EDBC-A2FB-9B6C-DCA16FF8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4165B-3038-BE73-BA61-7F74329B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9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4381C-BBD9-EE34-8F3F-338EED91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EFC6D-2DBC-AAEA-DCF2-B67E07AE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07332-7078-2971-0620-668B78A72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4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FC03-DA74-B43D-B4A2-085B0238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8B4B3-2D37-19E7-0C05-BA8E78BBF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07276-1738-B20E-73D3-BA2150243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71AE2-F82E-5284-428F-D48DEEC0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31D85-1CC0-753F-027F-8DAF9363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C3290-4F59-4C85-0014-7068CB2D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8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B2FF-D410-6A2F-513D-D76ECC328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8D154-5428-7F92-6A30-FC9E12EE0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FE16B-49AF-05BF-302A-F8A581E1A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18A3D-7BA5-C125-594A-61D54564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B4613-F294-F292-864D-44235BF6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12C40-81BA-10F6-95CD-321223E8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3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960E-C11C-1FA7-737A-D10AECDE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8E855-4506-F9AD-CBBD-7D8E1D0B7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354B2-9105-3B1F-BEF6-FD714110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EAD3-E655-D135-F31B-A570257D8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705C0-77C5-464A-EF29-DABDD4D0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9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F2C78-6F99-C806-5F52-FF75A8A11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9D8C2-342D-6626-4D74-D3EF5F9C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2750A-8E53-1235-C936-394E8CE39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843BF-17B2-2D35-BF2E-E964CB1B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4B413-F696-EA1E-9DF6-F95CB05E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11FE34-FFD5-1E88-03DB-390F0D6C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563DC-1001-D9D6-C381-FAFFF49BE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A706E-F2D5-1061-020F-9D646B170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93949-48AE-41E4-A055-D6EA428A913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7E9C6-87D3-43B4-B899-205974B37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04B5B-AD9A-BEF5-5E2A-9239C28B9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7FF6F-DD1E-40A2-8C4D-FD1A31EAD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641D0-5BB9-3880-5370-8A5AA449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7E58AF-565F-535B-21C0-D37EB323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22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699DB1-D642-246A-0E1F-B5824C31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8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08345B-8420-B255-61DA-ADC55BA1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75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EFC8-2E6B-E61F-B64E-B7BA5606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3F2E1-14FB-BA65-AB61-D719B36E5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0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F3F07BA-F80C-500F-A5AC-65C1E84F9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7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64398-1B72-A8E4-D6F9-C849A836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B9E7A-D7DD-2CA0-F7D7-0A0A73331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6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5A6C-F88E-9719-A7F4-783F17531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3846B9-7428-E269-82EF-32DE3F55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90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Andrés Menéndez Barillas</dc:creator>
  <cp:lastModifiedBy>Diego Andrés Menéndez Barillas</cp:lastModifiedBy>
  <cp:revision>1</cp:revision>
  <dcterms:created xsi:type="dcterms:W3CDTF">2026-09-09T14:21:23Z</dcterms:created>
  <dcterms:modified xsi:type="dcterms:W3CDTF">2026-09-09T14:36:29Z</dcterms:modified>
</cp:coreProperties>
</file>